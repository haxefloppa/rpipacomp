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BB02-FB36-E8EF-AB37-0C35EF1515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RAFHAN STUDIOS’ “Guardin”</a:t>
            </a:r>
            <a:br>
              <a:rPr lang="en-GB" dirty="0"/>
            </a:br>
            <a:r>
              <a:rPr lang="en-GB" sz="3600" dirty="0"/>
              <a:t>[PA RPI COMPITETION SUBMISSION]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32992-9A69-5327-592D-1154790174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Rafael </a:t>
            </a:r>
            <a:r>
              <a:rPr lang="en-GB" dirty="0" err="1"/>
              <a:t>hailu</a:t>
            </a:r>
            <a:r>
              <a:rPr lang="en-GB" dirty="0"/>
              <a:t>, Nathan </a:t>
            </a:r>
            <a:r>
              <a:rPr lang="en-GB" dirty="0" err="1"/>
              <a:t>Busuttil-naudi</a:t>
            </a:r>
            <a:r>
              <a:rPr lang="en-GB" dirty="0"/>
              <a:t>, and MR smith</a:t>
            </a:r>
          </a:p>
        </p:txBody>
      </p:sp>
    </p:spTree>
    <p:extLst>
      <p:ext uri="{BB962C8B-B14F-4D97-AF65-F5344CB8AC3E}">
        <p14:creationId xmlns:p14="http://schemas.microsoft.com/office/powerpoint/2010/main" val="1724569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ACA0-FE81-C2E7-2E06-97E1CA0DB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“Guardin”?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CC17E-8B13-FAF5-4088-1826C0673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“Guardin” is an AI playground monitor that tracks </a:t>
            </a:r>
            <a:r>
              <a:rPr lang="en-GB" dirty="0" err="1"/>
              <a:t>behavior</a:t>
            </a:r>
            <a:r>
              <a:rPr lang="en-GB" dirty="0"/>
              <a:t>, and notifies teachers when something bad happens, for example bullying, a kid falling, etc.</a:t>
            </a:r>
          </a:p>
          <a:p>
            <a:r>
              <a:rPr lang="en-GB" dirty="0"/>
              <a:t>This proves to be especially helpful when there isn’t enough teachers to account for all the kids outside – this device can be used to aid on-duty teachers with the process of monitoring kids on the playground. </a:t>
            </a:r>
          </a:p>
        </p:txBody>
      </p:sp>
    </p:spTree>
    <p:extLst>
      <p:ext uri="{BB962C8B-B14F-4D97-AF65-F5344CB8AC3E}">
        <p14:creationId xmlns:p14="http://schemas.microsoft.com/office/powerpoint/2010/main" val="2749337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94DB-6372-8254-025B-2A2F147D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33285-8595-982C-61E8-39624FEBC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53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93C8-6FA2-9881-4461-7618913DE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BB5C-981D-FA47-0639-48D7C0ECA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aim to make an easy, cheap and portable </a:t>
            </a:r>
            <a:r>
              <a:rPr lang="en-GB" dirty="0" err="1"/>
              <a:t>itemn</a:t>
            </a:r>
            <a:r>
              <a:rPr lang="en-GB" dirty="0"/>
              <a:t> that solves a </a:t>
            </a:r>
            <a:r>
              <a:rPr lang="en-GB" dirty="0" err="1"/>
              <a:t>promlem</a:t>
            </a:r>
            <a:r>
              <a:rPr lang="en-GB" dirty="0"/>
              <a:t>, which is shown in the Guardin.</a:t>
            </a:r>
          </a:p>
          <a:p>
            <a:r>
              <a:rPr lang="en-GB" dirty="0"/>
              <a:t>We also aim to make it much easier for teachers to monitor the playground during breaks, when they have work to do.</a:t>
            </a:r>
          </a:p>
        </p:txBody>
      </p:sp>
    </p:spTree>
    <p:extLst>
      <p:ext uri="{BB962C8B-B14F-4D97-AF65-F5344CB8AC3E}">
        <p14:creationId xmlns:p14="http://schemas.microsoft.com/office/powerpoint/2010/main" val="264342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C7FC-A0B2-F986-FCF4-8DE5AA0A2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24684-4AB9-FC61-2215-D05EEF601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3157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53</TotalTime>
  <Words>152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RAFHAN STUDIOS’ “Guardin” [PA RPI COMPITETION SUBMISSION]</vt:lpstr>
      <vt:lpstr>What is the “Guardin”?</vt:lpstr>
      <vt:lpstr>How does it work?</vt:lpstr>
      <vt:lpstr>Our vision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Busuttil-Naudi</dc:creator>
  <cp:lastModifiedBy>Rafael Hailu</cp:lastModifiedBy>
  <cp:revision>3</cp:revision>
  <dcterms:created xsi:type="dcterms:W3CDTF">2026-03-17T13:34:54Z</dcterms:created>
  <dcterms:modified xsi:type="dcterms:W3CDTF">2026-03-20T08:48:33Z</dcterms:modified>
</cp:coreProperties>
</file>